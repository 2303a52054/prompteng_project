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stotelica Pro" charset="1" panose="00000500000000000000"/>
      <p:regular r:id="rId16"/>
    </p:embeddedFont>
    <p:embeddedFont>
      <p:font typeface="Aristotelica Pro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VAGc-fHGP7w.mp4" Type="http://schemas.openxmlformats.org/officeDocument/2006/relationships/video"/><Relationship Id="rId6" Target="../media/VAGc-fHGP7w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85035" y="6003708"/>
            <a:ext cx="8917930" cy="26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5"/>
              </a:lnSpc>
            </a:pPr>
            <a:r>
              <a:rPr lang="en-US" sz="3817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Student Name: Gangula Varshitha</a:t>
            </a:r>
          </a:p>
          <a:p>
            <a:pPr algn="ctr">
              <a:lnSpc>
                <a:spcPts val="5345"/>
              </a:lnSpc>
            </a:pPr>
            <a:r>
              <a:rPr lang="en-US" sz="3817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Branch: CSE (AIML)</a:t>
            </a:r>
          </a:p>
          <a:p>
            <a:pPr algn="ctr">
              <a:lnSpc>
                <a:spcPts val="5345"/>
              </a:lnSpc>
            </a:pPr>
            <a:r>
              <a:rPr lang="en-US" sz="3817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Batch No: 39</a:t>
            </a:r>
          </a:p>
          <a:p>
            <a:pPr algn="ctr">
              <a:lnSpc>
                <a:spcPts val="5345"/>
              </a:lnSpc>
            </a:pPr>
            <a:r>
              <a:rPr lang="en-US" sz="3817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Hall Ticket No: 2303A52054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1310" y="3064359"/>
            <a:ext cx="17416379" cy="223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9"/>
              </a:lnSpc>
            </a:pPr>
            <a:r>
              <a:rPr lang="en-US" b="true" sz="63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VARSHA</a:t>
            </a:r>
            <a:r>
              <a:rPr lang="en-US" b="true" sz="63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PAY </a:t>
            </a:r>
          </a:p>
          <a:p>
            <a:pPr algn="ctr">
              <a:lnSpc>
                <a:spcPts val="8949"/>
              </a:lnSpc>
            </a:pPr>
            <a:r>
              <a:rPr lang="en-US" b="true" sz="63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 SMART DIGITAL PAYMENT WEB APPLICATION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2292133"/>
            <a:ext cx="8537178" cy="141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51144" y="4093645"/>
            <a:ext cx="14128587" cy="4441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VarshaPay is a web-based digital payment application designed to simulate the working of modern UPI payment systems.</a:t>
            </a:r>
          </a:p>
          <a:p>
            <a:pPr algn="ctr">
              <a:lnSpc>
                <a:spcPts val="5096"/>
              </a:lnSpc>
            </a:pPr>
            <a:r>
              <a:rPr lang="en-US" sz="3640" b="true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This project demonstrates: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Basic digital wallet functionality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Interaction between frontend and backend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User-friendly payment interface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It helps understand how real-world payment apps function.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2292133"/>
            <a:ext cx="8537178" cy="141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86777"/>
            <a:ext cx="11156451" cy="3803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To design a digital payment web application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To understand frontend and backend integration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To simulate UPI payment system behavior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To build a responsive user interface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To gain knowledge in full-stack development</a:t>
            </a:r>
          </a:p>
          <a:p>
            <a:pPr algn="l">
              <a:lnSpc>
                <a:spcPts val="5096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2292133"/>
            <a:ext cx="8537178" cy="141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STAKEHOLDERS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65774" y="4086777"/>
            <a:ext cx="11156451" cy="252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End Users: </a:t>
            </a: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People using the app for transactions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Developer:</a:t>
            </a: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Gangula Varshitha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Faculty/Evaluators:</a:t>
            </a: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Project reviewers</a:t>
            </a:r>
          </a:p>
          <a:p>
            <a:pPr algn="l" marL="785932" indent="-392966" lvl="1">
              <a:lnSpc>
                <a:spcPts val="5096"/>
              </a:lnSpc>
              <a:buFont typeface="Arial"/>
              <a:buChar char="•"/>
            </a:pPr>
            <a:r>
              <a:rPr lang="en-US" b="true" sz="3640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Organizations:</a:t>
            </a:r>
            <a:r>
              <a:rPr lang="en-US" sz="364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 Potential fintech companies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450" y="1469611"/>
            <a:ext cx="14965281" cy="2061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b="true" sz="5893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 PROGRAMMING LANG</a:t>
            </a:r>
            <a:r>
              <a:rPr lang="en-US" b="true" sz="5893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UAGES, TOOLS, AND SOFTWARE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388624" y="3531078"/>
          <a:ext cx="17510753" cy="4800600"/>
        </p:xfrm>
        <a:graphic>
          <a:graphicData uri="http://schemas.openxmlformats.org/drawingml/2006/table">
            <a:tbl>
              <a:tblPr/>
              <a:tblGrid>
                <a:gridCol w="4361292"/>
                <a:gridCol w="4375816"/>
                <a:gridCol w="4114951"/>
                <a:gridCol w="4658693"/>
              </a:tblGrid>
              <a:tr h="15745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Programming Languages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Backend Technologies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Tools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Software / 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53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HTML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Node.js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VS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Web Browser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53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CSS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Express.js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Localhost Server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533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JavaScript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Aristotelica Pro"/>
                          <a:ea typeface="Aristotelica Pro"/>
                          <a:cs typeface="Aristotelica Pro"/>
                          <a:sym typeface="Aristotelica Pro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0365" y="2220321"/>
            <a:ext cx="13700817" cy="11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PROMPTS US</a:t>
            </a:r>
            <a:r>
              <a:rPr lang="en-US" b="true" sz="6399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ED TO GENERATE CODE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9" id="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9425" b="0"/>
          <a:stretch>
            <a:fillRect/>
          </a:stretch>
        </p:blipFill>
        <p:spPr>
          <a:xfrm flipH="false" flipV="false" rot="0">
            <a:off x="15589128" y="1626015"/>
            <a:ext cx="2698872" cy="169844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610414" y="3612083"/>
            <a:ext cx="12579733" cy="484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346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Create a full-stack web application for a digital payment system called VarshaPay using Node.js and Express.</a:t>
            </a:r>
          </a:p>
          <a:p>
            <a:pPr algn="l">
              <a:lnSpc>
                <a:spcPts val="4844"/>
              </a:lnSpc>
            </a:pPr>
            <a:r>
              <a:rPr lang="en-US" sz="346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Design a responsive frontend using HTML, CSS, and JavaScript with a wallet dashboard and payment interface.</a:t>
            </a:r>
          </a:p>
          <a:p>
            <a:pPr algn="l">
              <a:lnSpc>
                <a:spcPts val="4844"/>
              </a:lnSpc>
            </a:pPr>
            <a:r>
              <a:rPr lang="en-US" sz="346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Implement basic API endpoints for server health and user interaction.</a:t>
            </a:r>
          </a:p>
          <a:p>
            <a:pPr algn="l">
              <a:lnSpc>
                <a:spcPts val="4844"/>
              </a:lnSpc>
            </a:pPr>
            <a:r>
              <a:rPr lang="en-US" sz="3460">
                <a:solidFill>
                  <a:srgbClr val="000000"/>
                </a:solidFill>
                <a:latin typeface="Aristotelica Pro"/>
                <a:ea typeface="Aristotelica Pro"/>
                <a:cs typeface="Aristotelica Pro"/>
                <a:sym typeface="Aristotelica Pro"/>
              </a:rPr>
              <a:t>Ensure the application runs on localhost and follows a clean, user-friendly UI structure.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754043" y="3057709"/>
            <a:ext cx="10525537" cy="5749575"/>
          </a:xfrm>
          <a:custGeom>
            <a:avLst/>
            <a:gdLst/>
            <a:ahLst/>
            <a:cxnLst/>
            <a:rect r="r" b="b" t="t" l="l"/>
            <a:pathLst>
              <a:path h="5749575" w="10525537">
                <a:moveTo>
                  <a:pt x="0" y="0"/>
                </a:moveTo>
                <a:lnTo>
                  <a:pt x="10525537" y="0"/>
                </a:lnTo>
                <a:lnTo>
                  <a:pt x="10525537" y="5749574"/>
                </a:lnTo>
                <a:lnTo>
                  <a:pt x="0" y="5749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75411" y="1424910"/>
            <a:ext cx="8537178" cy="141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b="true" sz="81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WORKF</a:t>
            </a:r>
            <a:r>
              <a:rPr lang="en-US" b="true" sz="8192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LOW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38304" y="2580513"/>
            <a:ext cx="3207544" cy="5471290"/>
          </a:xfrm>
          <a:custGeom>
            <a:avLst/>
            <a:gdLst/>
            <a:ahLst/>
            <a:cxnLst/>
            <a:rect r="r" b="b" t="t" l="l"/>
            <a:pathLst>
              <a:path h="5471290" w="3207544">
                <a:moveTo>
                  <a:pt x="0" y="0"/>
                </a:moveTo>
                <a:lnTo>
                  <a:pt x="3207544" y="0"/>
                </a:lnTo>
                <a:lnTo>
                  <a:pt x="3207544" y="5471290"/>
                </a:lnTo>
                <a:lnTo>
                  <a:pt x="0" y="5471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9625" y="2802343"/>
            <a:ext cx="2887848" cy="5027631"/>
          </a:xfrm>
          <a:custGeom>
            <a:avLst/>
            <a:gdLst/>
            <a:ahLst/>
            <a:cxnLst/>
            <a:rect r="r" b="b" t="t" l="l"/>
            <a:pathLst>
              <a:path h="5027631" w="2887848">
                <a:moveTo>
                  <a:pt x="0" y="0"/>
                </a:moveTo>
                <a:lnTo>
                  <a:pt x="2887848" y="0"/>
                </a:lnTo>
                <a:lnTo>
                  <a:pt x="2887848" y="5027631"/>
                </a:lnTo>
                <a:lnTo>
                  <a:pt x="0" y="5027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635" r="0" b="-1489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89181" y="2802343"/>
            <a:ext cx="4052512" cy="2634418"/>
          </a:xfrm>
          <a:custGeom>
            <a:avLst/>
            <a:gdLst/>
            <a:ahLst/>
            <a:cxnLst/>
            <a:rect r="r" b="b" t="t" l="l"/>
            <a:pathLst>
              <a:path h="2634418" w="4052512">
                <a:moveTo>
                  <a:pt x="0" y="0"/>
                </a:moveTo>
                <a:lnTo>
                  <a:pt x="4052513" y="0"/>
                </a:lnTo>
                <a:lnTo>
                  <a:pt x="4052513" y="2634418"/>
                </a:lnTo>
                <a:lnTo>
                  <a:pt x="0" y="26344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47" t="0" r="-1047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67846" y="2137679"/>
            <a:ext cx="2081904" cy="6356958"/>
          </a:xfrm>
          <a:custGeom>
            <a:avLst/>
            <a:gdLst/>
            <a:ahLst/>
            <a:cxnLst/>
            <a:rect r="r" b="b" t="t" l="l"/>
            <a:pathLst>
              <a:path h="6356958" w="2081904">
                <a:moveTo>
                  <a:pt x="0" y="0"/>
                </a:moveTo>
                <a:lnTo>
                  <a:pt x="2081904" y="0"/>
                </a:lnTo>
                <a:lnTo>
                  <a:pt x="208190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51422" y="2714273"/>
            <a:ext cx="2506695" cy="4341828"/>
          </a:xfrm>
          <a:custGeom>
            <a:avLst/>
            <a:gdLst/>
            <a:ahLst/>
            <a:cxnLst/>
            <a:rect r="r" b="b" t="t" l="l"/>
            <a:pathLst>
              <a:path h="4341828" w="2506695">
                <a:moveTo>
                  <a:pt x="0" y="0"/>
                </a:moveTo>
                <a:lnTo>
                  <a:pt x="2506696" y="0"/>
                </a:lnTo>
                <a:lnTo>
                  <a:pt x="2506696" y="4341828"/>
                </a:lnTo>
                <a:lnTo>
                  <a:pt x="0" y="43418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9372" r="0" b="-1579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298031" y="1123337"/>
            <a:ext cx="7691938" cy="127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3"/>
              </a:lnSpc>
            </a:pPr>
            <a:r>
              <a:rPr lang="en-US" b="true" sz="7381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FRONT-END VIEW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5774" y="603053"/>
            <a:ext cx="10500208" cy="223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3"/>
              </a:lnSpc>
            </a:pPr>
            <a:r>
              <a:rPr lang="en-US" b="true" sz="6395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 PROOF </a:t>
            </a:r>
            <a:r>
              <a:rPr lang="en-US" b="true" sz="6395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OF PROMPTS GENERATING CODE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42633" y="3864023"/>
            <a:ext cx="6846698" cy="2558953"/>
          </a:xfrm>
          <a:custGeom>
            <a:avLst/>
            <a:gdLst/>
            <a:ahLst/>
            <a:cxnLst/>
            <a:rect r="r" b="b" t="t" l="l"/>
            <a:pathLst>
              <a:path h="2558953" w="6846698">
                <a:moveTo>
                  <a:pt x="0" y="0"/>
                </a:moveTo>
                <a:lnTo>
                  <a:pt x="6846698" y="0"/>
                </a:lnTo>
                <a:lnTo>
                  <a:pt x="6846698" y="2558954"/>
                </a:lnTo>
                <a:lnTo>
                  <a:pt x="0" y="2558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86246" y="3316140"/>
            <a:ext cx="9492777" cy="3654719"/>
          </a:xfrm>
          <a:custGeom>
            <a:avLst/>
            <a:gdLst/>
            <a:ahLst/>
            <a:cxnLst/>
            <a:rect r="r" b="b" t="t" l="l"/>
            <a:pathLst>
              <a:path h="3654719" w="9492777">
                <a:moveTo>
                  <a:pt x="0" y="0"/>
                </a:moveTo>
                <a:lnTo>
                  <a:pt x="9492777" y="0"/>
                </a:lnTo>
                <a:lnTo>
                  <a:pt x="9492777" y="3654720"/>
                </a:lnTo>
                <a:lnTo>
                  <a:pt x="0" y="3654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0481" y="4003823"/>
            <a:ext cx="12387037" cy="204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41"/>
              </a:lnSpc>
            </a:pPr>
            <a:r>
              <a:rPr lang="en-US" b="true" sz="11886">
                <a:solidFill>
                  <a:srgbClr val="000000"/>
                </a:solidFill>
                <a:latin typeface="Aristotelica Pro Bold"/>
                <a:ea typeface="Aristotelica Pro Bold"/>
                <a:cs typeface="Aristotelica Pro Bold"/>
                <a:sym typeface="Aristotelica Pro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567349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0"/>
                </a:moveTo>
                <a:lnTo>
                  <a:pt x="5540339" y="0"/>
                </a:lnTo>
                <a:lnTo>
                  <a:pt x="5540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0312" y="8494637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39" y="0"/>
                </a:moveTo>
                <a:lnTo>
                  <a:pt x="0" y="0"/>
                </a:lnTo>
                <a:lnTo>
                  <a:pt x="0" y="4114800"/>
                </a:lnTo>
                <a:lnTo>
                  <a:pt x="5540339" y="4114800"/>
                </a:lnTo>
                <a:lnTo>
                  <a:pt x="55403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427958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5282141">
            <a:off x="15660705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540340" y="0"/>
                </a:lnTo>
                <a:lnTo>
                  <a:pt x="554034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455720" y="-2839063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0" y="4114800"/>
                </a:moveTo>
                <a:lnTo>
                  <a:pt x="5540340" y="4114800"/>
                </a:lnTo>
                <a:lnTo>
                  <a:pt x="554034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5282141">
            <a:off x="-2770170" y="-2057400"/>
            <a:ext cx="5540339" cy="4114800"/>
          </a:xfrm>
          <a:custGeom>
            <a:avLst/>
            <a:gdLst/>
            <a:ahLst/>
            <a:cxnLst/>
            <a:rect r="r" b="b" t="t" l="l"/>
            <a:pathLst>
              <a:path h="4114800" w="5540339">
                <a:moveTo>
                  <a:pt x="5540340" y="0"/>
                </a:moveTo>
                <a:lnTo>
                  <a:pt x="0" y="0"/>
                </a:lnTo>
                <a:lnTo>
                  <a:pt x="0" y="4114800"/>
                </a:lnTo>
                <a:lnTo>
                  <a:pt x="5540340" y="4114800"/>
                </a:lnTo>
                <a:lnTo>
                  <a:pt x="554034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DAHHjceiip8</dc:identifier>
  <dcterms:modified xsi:type="dcterms:W3CDTF">2011-08-01T06:04:30Z</dcterms:modified>
  <cp:revision>1</cp:revision>
  <dc:title>Introduction</dc:title>
</cp:coreProperties>
</file>